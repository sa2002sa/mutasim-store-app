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خوارزميات البحث عن الجرائم</a:t>
            </a:r>
          </a:p>
          <a:p>
            <a:r>
              <a:t>باستخدام التعرف على الوجه والعين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تقنيات الذكاء الاصطناعي في مكافحة الجريمة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المقدمة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أهمية التكنولوجيا في مكافحة الجريمة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دور الذكاء الاصطناعي في تحسين الأمن العام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التعرف البيومتري كأداة فعالة للكشف والوقاية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التطور السريع في تقنيات التعرف على الوجه والعين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التعرف البيومتري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تقنية تحديد الهوية بناءً على الخصائص الفيزيائية أو السلوكية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بصمة الوجه: تحليل ملامح الوجه الفريدة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بصمة العين: مسح قزحية العين أو شبكية العين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دقة عالية في التعرف على الأفراد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صعوبة التزوير أو التلاعب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آلية التعرف على الوجه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1. التقاط الصورة: كاميرات عالية الدقة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2. كشف الوجه: تحديد موقع الوجه في الصورة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3. استخراج الملامح: قياس المسافات بين العينين والأنف والفم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4. إنشاء البصمة: تحويل الملامح إلى بيانات رقمية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5. المقارنة: مطابقة البصمة مع قاعدة البيانات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آلية التعرف على العين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مسح قزحية العين: تحليل الأنماط الفريدة في القزحية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مسح شبكية العين: تحليل الأوعية الدموية في الشبكية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دقة تصل إلى 99.9% في التعرف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لا تتغير الأنماط مع التقدم في العمر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تقنية آمنة وغير قابلة للاختراق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خوارزميات التعلم الآلي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الشبكات العصبية الالتفافية (CNN)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خوارزميات التعلم العميق (Deep Learning)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نماذج YOLO و SSD للكشف السريع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FaceNet و DeepFace للتعرف على الوجه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خوارزميات Daugman لمسح القزحية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تطبيقات في البحث عن الجرائم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تحديد هوية المشتبه بهم من كاميرات المراقبة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البحث عن المجرمين الهاربين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التعرف على الأشخاص المفقودين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تحليل لقطات الفيديو من مسرح الجريمة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مطابقة الشهود والضحايا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أنظمة المراقبة الذكية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كاميرات مراقبة مزودة بالذكاء الاصطناعي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التعرف الفوري على الوجوه في الأماكن العامة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إرسال تنبيهات تلقائية عند رصد مشتبه به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تتبع حركة الأفراد عبر شبكة الكاميرات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تحليل السلوك المشبوه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قواعد البيانات البيومترية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تخزين بصمات الوجه والعين للمجرمين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ربط قواعد البيانات الوطنية والدولية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البحث السريع في ملايين السجلات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تحديث مستمر للبيانات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حماية عالية للبيانات الحساسة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الوقاية من الجرائم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نشر كاميرات المراقبة في الأماكن الحساسة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أنظمة التحكم في الدخول البيومترية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الردع النفسي: علم المجرمين بوجود المراقبة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التعرف المبكر على الأنماط الإجرامية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تحسين استجابة الشرطة للحوادث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التطبيقات العملية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المطارات والموانئ: منع دخول المطلوبين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البنوك: حماية من السرقة والاحتيال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المدارس والجامعات: ضمان سلامة الطلاب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الفعاليات الكبرى: مراقبة الحشود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الحدود: مراقبة التسلل غير القانوني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التحديات والقيود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مخاوف الخصوصية وحقوق الإنسان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احتمالية الأخطاء في التعرف (False Positives)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التكلفة العالية للبنية التحتية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الحاجة إلى تشريعات وقوانين منظمة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التحيز في الخوارزميات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الاعتبارات الأخلاقية والقانونية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احترام الخصوصية الشخصية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الشفافية في استخدام التقنية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موافقة الأفراد على جمع بياناتهم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حماية البيانات من الاختراق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وضع ضوابط قانونية صارمة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المستقبل والتطورات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تحسين دقة الخوارزميات باستمرار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دمج تقنيات متعددة (وجه + عين + صوت)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التعرف في الظروف الصعبة (ليل، ضباب)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الذكاء الاصطناعي التنبؤي للجرائم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انتشار أوسع في المدن الذكية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الخلاصة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التعرف البيومتري أداة قوية في مكافحة الجريمة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يساعد في البحث عن المجرمين والوقاية من الجرائم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يتطلب توازناً بين الأمن والخصوصية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المستقبل واعد مع التطور التكنولوجي المستمر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/>
            </a:pPr>
            <a:r>
              <a:t>• شكراً لحسن استماعكم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